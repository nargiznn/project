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58"/>
  </p:normalViewPr>
  <p:slideViewPr>
    <p:cSldViewPr snapToGrid="0">
      <p:cViewPr varScale="1">
        <p:scale>
          <a:sx n="92" d="100"/>
          <a:sy n="92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167AF4-6C7B-47D6-837A-9EB4FA7276E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BDAB6B1-0870-46A1-ADAA-AB313690FCD7}">
      <dgm:prSet/>
      <dgm:spPr/>
      <dgm:t>
        <a:bodyPr/>
        <a:lstStyle/>
        <a:p>
          <a:r>
            <a:rPr lang="tr-TR" b="1"/>
            <a:t>Onion Architecture</a:t>
          </a:r>
          <a:r>
            <a:rPr lang="tr-TR"/>
            <a:t>:Layihə daxilində kodun ayrılması və modul strukturu təmin edir.</a:t>
          </a:r>
          <a:endParaRPr lang="en-US"/>
        </a:p>
      </dgm:t>
    </dgm:pt>
    <dgm:pt modelId="{ACC20DAC-F2DB-45F2-9BE2-B811B427EC28}" type="parTrans" cxnId="{EF14363D-EFEB-44D6-B274-E6FC3B7A2F05}">
      <dgm:prSet/>
      <dgm:spPr/>
      <dgm:t>
        <a:bodyPr/>
        <a:lstStyle/>
        <a:p>
          <a:endParaRPr lang="en-US"/>
        </a:p>
      </dgm:t>
    </dgm:pt>
    <dgm:pt modelId="{E540EAFE-987D-4696-A6C3-0C40E9A041DE}" type="sibTrans" cxnId="{EF14363D-EFEB-44D6-B274-E6FC3B7A2F05}">
      <dgm:prSet/>
      <dgm:spPr/>
      <dgm:t>
        <a:bodyPr/>
        <a:lstStyle/>
        <a:p>
          <a:endParaRPr lang="en-US"/>
        </a:p>
      </dgm:t>
    </dgm:pt>
    <dgm:pt modelId="{DA022ED5-6E0C-4546-8829-224D36C2928F}">
      <dgm:prSet/>
      <dgm:spPr/>
      <dgm:t>
        <a:bodyPr/>
        <a:lstStyle/>
        <a:p>
          <a:r>
            <a:rPr lang="tr-TR"/>
            <a:t>Hər bir qat özünə xas məsuliyyətə sahibdir (Domain, Application, Infrastructure, Web).</a:t>
          </a:r>
          <a:endParaRPr lang="en-US"/>
        </a:p>
      </dgm:t>
    </dgm:pt>
    <dgm:pt modelId="{10F07028-4080-4147-8B74-FACECB332FAE}" type="parTrans" cxnId="{A82916F0-FE7E-4B9E-85FB-B3FC307CCC7C}">
      <dgm:prSet/>
      <dgm:spPr/>
      <dgm:t>
        <a:bodyPr/>
        <a:lstStyle/>
        <a:p>
          <a:endParaRPr lang="en-US"/>
        </a:p>
      </dgm:t>
    </dgm:pt>
    <dgm:pt modelId="{6519C047-5E4B-4BB1-9C0E-56A23379131F}" type="sibTrans" cxnId="{A82916F0-FE7E-4B9E-85FB-B3FC307CCC7C}">
      <dgm:prSet/>
      <dgm:spPr/>
      <dgm:t>
        <a:bodyPr/>
        <a:lstStyle/>
        <a:p>
          <a:endParaRPr lang="en-US"/>
        </a:p>
      </dgm:t>
    </dgm:pt>
    <dgm:pt modelId="{D98B2209-44B8-403B-8E8E-733358213E5A}">
      <dgm:prSet/>
      <dgm:spPr/>
      <dgm:t>
        <a:bodyPr/>
        <a:lstStyle/>
        <a:p>
          <a:r>
            <a:rPr lang="tr-TR" b="1"/>
            <a:t>ASP.NET Core 6</a:t>
          </a:r>
          <a:r>
            <a:rPr lang="tr-TR"/>
            <a:t>:Yüksək performans və təhlükəsizlik təmin edən müasir .NET framework.</a:t>
          </a:r>
          <a:endParaRPr lang="en-US"/>
        </a:p>
      </dgm:t>
    </dgm:pt>
    <dgm:pt modelId="{B4837028-927E-4B53-9BEC-C6D626A3FE6D}" type="parTrans" cxnId="{3DB8A044-8E51-4BE0-A4D1-9236BE57CBEB}">
      <dgm:prSet/>
      <dgm:spPr/>
      <dgm:t>
        <a:bodyPr/>
        <a:lstStyle/>
        <a:p>
          <a:endParaRPr lang="en-US"/>
        </a:p>
      </dgm:t>
    </dgm:pt>
    <dgm:pt modelId="{E92DC283-B060-4BCE-A0D9-AA73F5888663}" type="sibTrans" cxnId="{3DB8A044-8E51-4BE0-A4D1-9236BE57CBEB}">
      <dgm:prSet/>
      <dgm:spPr/>
      <dgm:t>
        <a:bodyPr/>
        <a:lstStyle/>
        <a:p>
          <a:endParaRPr lang="en-US"/>
        </a:p>
      </dgm:t>
    </dgm:pt>
    <dgm:pt modelId="{3DC996C3-D6EE-43CA-BD77-C9B56EA7AADB}">
      <dgm:prSet/>
      <dgm:spPr/>
      <dgm:t>
        <a:bodyPr/>
        <a:lstStyle/>
        <a:p>
          <a:r>
            <a:rPr lang="tr-TR"/>
            <a:t>API və MVC-nin eyni vaxtda işlədilməsi.</a:t>
          </a:r>
          <a:endParaRPr lang="en-US"/>
        </a:p>
      </dgm:t>
    </dgm:pt>
    <dgm:pt modelId="{15BFE8CC-6187-4A56-B118-361D3495504F}" type="parTrans" cxnId="{629F455C-A319-4E2A-BFEC-FCE418D9003E}">
      <dgm:prSet/>
      <dgm:spPr/>
      <dgm:t>
        <a:bodyPr/>
        <a:lstStyle/>
        <a:p>
          <a:endParaRPr lang="en-US"/>
        </a:p>
      </dgm:t>
    </dgm:pt>
    <dgm:pt modelId="{FE153146-D8CB-4591-ABD0-DB5ADD7E5A0B}" type="sibTrans" cxnId="{629F455C-A319-4E2A-BFEC-FCE418D9003E}">
      <dgm:prSet/>
      <dgm:spPr/>
      <dgm:t>
        <a:bodyPr/>
        <a:lstStyle/>
        <a:p>
          <a:endParaRPr lang="en-US"/>
        </a:p>
      </dgm:t>
    </dgm:pt>
    <dgm:pt modelId="{AEF32C92-9E37-4EBC-8E06-06DE7AD8C32D}">
      <dgm:prSet/>
      <dgm:spPr/>
      <dgm:t>
        <a:bodyPr/>
        <a:lstStyle/>
        <a:p>
          <a:r>
            <a:rPr lang="tr-TR" b="1"/>
            <a:t>SQL Server</a:t>
          </a:r>
          <a:r>
            <a:rPr lang="tr-TR"/>
            <a:t>:Verilənlər bazası üçün geniş yayılmış idarəetmə sistemi.</a:t>
          </a:r>
          <a:endParaRPr lang="en-US"/>
        </a:p>
      </dgm:t>
    </dgm:pt>
    <dgm:pt modelId="{962FA1F9-E867-49CB-9033-D3DF3D9C6D5E}" type="parTrans" cxnId="{3C831539-969F-44A9-A433-83FE962AC578}">
      <dgm:prSet/>
      <dgm:spPr/>
      <dgm:t>
        <a:bodyPr/>
        <a:lstStyle/>
        <a:p>
          <a:endParaRPr lang="en-US"/>
        </a:p>
      </dgm:t>
    </dgm:pt>
    <dgm:pt modelId="{E585CCCD-206B-4A5A-98A3-3CEB1A84C74D}" type="sibTrans" cxnId="{3C831539-969F-44A9-A433-83FE962AC578}">
      <dgm:prSet/>
      <dgm:spPr/>
      <dgm:t>
        <a:bodyPr/>
        <a:lstStyle/>
        <a:p>
          <a:endParaRPr lang="en-US"/>
        </a:p>
      </dgm:t>
    </dgm:pt>
    <dgm:pt modelId="{0496F9E0-3084-469D-A25B-25D4132479D7}">
      <dgm:prSet/>
      <dgm:spPr/>
      <dgm:t>
        <a:bodyPr/>
        <a:lstStyle/>
        <a:p>
          <a:r>
            <a:rPr lang="tr-TR"/>
            <a:t>Məlumatların mühafizəsi və optimallaşdırılması.</a:t>
          </a:r>
          <a:endParaRPr lang="en-US"/>
        </a:p>
      </dgm:t>
    </dgm:pt>
    <dgm:pt modelId="{D7864F57-0E3A-4350-A780-55582A463576}" type="parTrans" cxnId="{92CF54A3-E10F-45D4-816D-CE18FA4E5AFE}">
      <dgm:prSet/>
      <dgm:spPr/>
      <dgm:t>
        <a:bodyPr/>
        <a:lstStyle/>
        <a:p>
          <a:endParaRPr lang="en-US"/>
        </a:p>
      </dgm:t>
    </dgm:pt>
    <dgm:pt modelId="{3E70FE6F-BCA1-42C1-8988-9923618E289C}" type="sibTrans" cxnId="{92CF54A3-E10F-45D4-816D-CE18FA4E5AFE}">
      <dgm:prSet/>
      <dgm:spPr/>
      <dgm:t>
        <a:bodyPr/>
        <a:lstStyle/>
        <a:p>
          <a:endParaRPr lang="en-US"/>
        </a:p>
      </dgm:t>
    </dgm:pt>
    <dgm:pt modelId="{BBB1624E-FF09-454B-885D-D7CF3418F0BB}">
      <dgm:prSet/>
      <dgm:spPr/>
      <dgm:t>
        <a:bodyPr/>
        <a:lstStyle/>
        <a:p>
          <a:r>
            <a:rPr lang="tr-TR" b="1"/>
            <a:t>Docker</a:t>
          </a:r>
          <a:r>
            <a:rPr lang="tr-TR"/>
            <a:t>:Layihənin müxtəlif mühitlərdə işləməsini təmin edir.</a:t>
          </a:r>
          <a:endParaRPr lang="en-US"/>
        </a:p>
      </dgm:t>
    </dgm:pt>
    <dgm:pt modelId="{25345A86-34F3-43C2-BF7D-1CE2850F5992}" type="parTrans" cxnId="{F39FE0EA-3AE8-44EB-9641-C5DC7EAAEE8D}">
      <dgm:prSet/>
      <dgm:spPr/>
      <dgm:t>
        <a:bodyPr/>
        <a:lstStyle/>
        <a:p>
          <a:endParaRPr lang="en-US"/>
        </a:p>
      </dgm:t>
    </dgm:pt>
    <dgm:pt modelId="{7314529A-C4C8-4463-ABF8-CD349C33F125}" type="sibTrans" cxnId="{F39FE0EA-3AE8-44EB-9641-C5DC7EAAEE8D}">
      <dgm:prSet/>
      <dgm:spPr/>
      <dgm:t>
        <a:bodyPr/>
        <a:lstStyle/>
        <a:p>
          <a:endParaRPr lang="en-US"/>
        </a:p>
      </dgm:t>
    </dgm:pt>
    <dgm:pt modelId="{BCD6DDF7-B5F7-4AA1-8FE2-3640EF746CD4}">
      <dgm:prSet/>
      <dgm:spPr/>
      <dgm:t>
        <a:bodyPr/>
        <a:lstStyle/>
        <a:p>
          <a:r>
            <a:rPr lang="tr-TR"/>
            <a:t>Konteynerləşdirmə ilə daha asan yerləşdirmə və miqyaslaşdırma.</a:t>
          </a:r>
          <a:endParaRPr lang="en-US"/>
        </a:p>
      </dgm:t>
    </dgm:pt>
    <dgm:pt modelId="{4DD55DB2-D6D8-4E89-B769-F6D6D9E6419C}" type="parTrans" cxnId="{8FFC6D79-81A2-4C07-A9B1-30E9D9B09E31}">
      <dgm:prSet/>
      <dgm:spPr/>
      <dgm:t>
        <a:bodyPr/>
        <a:lstStyle/>
        <a:p>
          <a:endParaRPr lang="en-US"/>
        </a:p>
      </dgm:t>
    </dgm:pt>
    <dgm:pt modelId="{3A6248A7-F4EC-4A0B-B1FD-DC76B3B9A1A9}" type="sibTrans" cxnId="{8FFC6D79-81A2-4C07-A9B1-30E9D9B09E31}">
      <dgm:prSet/>
      <dgm:spPr/>
      <dgm:t>
        <a:bodyPr/>
        <a:lstStyle/>
        <a:p>
          <a:endParaRPr lang="en-US"/>
        </a:p>
      </dgm:t>
    </dgm:pt>
    <dgm:pt modelId="{755A67F5-AC70-C547-A71B-3EF21EEEB4C3}" type="pres">
      <dgm:prSet presAssocID="{5E167AF4-6C7B-47D6-837A-9EB4FA7276E0}" presName="linear" presStyleCnt="0">
        <dgm:presLayoutVars>
          <dgm:animLvl val="lvl"/>
          <dgm:resizeHandles val="exact"/>
        </dgm:presLayoutVars>
      </dgm:prSet>
      <dgm:spPr/>
    </dgm:pt>
    <dgm:pt modelId="{D95A7441-5F94-DB41-B770-1722F0A7DD43}" type="pres">
      <dgm:prSet presAssocID="{2BDAB6B1-0870-46A1-ADAA-AB313690FCD7}" presName="parentText" presStyleLbl="node1" presStyleIdx="0" presStyleCnt="8" custLinFactY="-106683" custLinFactNeighborY="-200000">
        <dgm:presLayoutVars>
          <dgm:chMax val="0"/>
          <dgm:bulletEnabled val="1"/>
        </dgm:presLayoutVars>
      </dgm:prSet>
      <dgm:spPr/>
    </dgm:pt>
    <dgm:pt modelId="{5BEB59D1-B8C7-C14A-B75E-79718D248B30}" type="pres">
      <dgm:prSet presAssocID="{E540EAFE-987D-4696-A6C3-0C40E9A041DE}" presName="spacer" presStyleCnt="0"/>
      <dgm:spPr/>
    </dgm:pt>
    <dgm:pt modelId="{40D9D479-2070-154B-83B0-B4FF718098D2}" type="pres">
      <dgm:prSet presAssocID="{DA022ED5-6E0C-4546-8829-224D36C2928F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D0B0D705-9213-DC47-B067-0BE0DAF77F4C}" type="pres">
      <dgm:prSet presAssocID="{6519C047-5E4B-4BB1-9C0E-56A23379131F}" presName="spacer" presStyleCnt="0"/>
      <dgm:spPr/>
    </dgm:pt>
    <dgm:pt modelId="{55DD271D-8E61-4145-B1AE-F54A8F51272F}" type="pres">
      <dgm:prSet presAssocID="{D98B2209-44B8-403B-8E8E-733358213E5A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C22584D8-19C4-F842-A60D-C6B07607004E}" type="pres">
      <dgm:prSet presAssocID="{E92DC283-B060-4BCE-A0D9-AA73F5888663}" presName="spacer" presStyleCnt="0"/>
      <dgm:spPr/>
    </dgm:pt>
    <dgm:pt modelId="{4F37F271-1A23-B947-846F-D8E2016EBC2D}" type="pres">
      <dgm:prSet presAssocID="{3DC996C3-D6EE-43CA-BD77-C9B56EA7AADB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1CA4EC90-C22F-6E49-9DDF-C496641D6084}" type="pres">
      <dgm:prSet presAssocID="{FE153146-D8CB-4591-ABD0-DB5ADD7E5A0B}" presName="spacer" presStyleCnt="0"/>
      <dgm:spPr/>
    </dgm:pt>
    <dgm:pt modelId="{2D7A0D6D-9E9F-154A-B172-F39A39FA68EE}" type="pres">
      <dgm:prSet presAssocID="{AEF32C92-9E37-4EBC-8E06-06DE7AD8C32D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52114AF7-D118-3044-BD87-374C3704016B}" type="pres">
      <dgm:prSet presAssocID="{E585CCCD-206B-4A5A-98A3-3CEB1A84C74D}" presName="spacer" presStyleCnt="0"/>
      <dgm:spPr/>
    </dgm:pt>
    <dgm:pt modelId="{6C417895-230F-E044-914E-B39DBEE1141B}" type="pres">
      <dgm:prSet presAssocID="{0496F9E0-3084-469D-A25B-25D4132479D7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B879BF74-F1E2-E946-91C7-F7F6B266E9F7}" type="pres">
      <dgm:prSet presAssocID="{3E70FE6F-BCA1-42C1-8988-9923618E289C}" presName="spacer" presStyleCnt="0"/>
      <dgm:spPr/>
    </dgm:pt>
    <dgm:pt modelId="{347F78FE-6067-0943-9D0E-9D72A125328E}" type="pres">
      <dgm:prSet presAssocID="{BBB1624E-FF09-454B-885D-D7CF3418F0BB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C2E66640-6BD1-3442-83A5-7F1548126DF5}" type="pres">
      <dgm:prSet presAssocID="{7314529A-C4C8-4463-ABF8-CD349C33F125}" presName="spacer" presStyleCnt="0"/>
      <dgm:spPr/>
    </dgm:pt>
    <dgm:pt modelId="{55BEAE04-689B-8948-A895-54CD901641DF}" type="pres">
      <dgm:prSet presAssocID="{BCD6DDF7-B5F7-4AA1-8FE2-3640EF746CD4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DF0E450B-EA71-FB4F-9AF9-E846103626C6}" type="presOf" srcId="{3DC996C3-D6EE-43CA-BD77-C9B56EA7AADB}" destId="{4F37F271-1A23-B947-846F-D8E2016EBC2D}" srcOrd="0" destOrd="0" presId="urn:microsoft.com/office/officeart/2005/8/layout/vList2"/>
    <dgm:cxn modelId="{56FF6727-C7BB-024A-BB64-32FEE681F6C1}" type="presOf" srcId="{0496F9E0-3084-469D-A25B-25D4132479D7}" destId="{6C417895-230F-E044-914E-B39DBEE1141B}" srcOrd="0" destOrd="0" presId="urn:microsoft.com/office/officeart/2005/8/layout/vList2"/>
    <dgm:cxn modelId="{3C831539-969F-44A9-A433-83FE962AC578}" srcId="{5E167AF4-6C7B-47D6-837A-9EB4FA7276E0}" destId="{AEF32C92-9E37-4EBC-8E06-06DE7AD8C32D}" srcOrd="4" destOrd="0" parTransId="{962FA1F9-E867-49CB-9033-D3DF3D9C6D5E}" sibTransId="{E585CCCD-206B-4A5A-98A3-3CEB1A84C74D}"/>
    <dgm:cxn modelId="{EF14363D-EFEB-44D6-B274-E6FC3B7A2F05}" srcId="{5E167AF4-6C7B-47D6-837A-9EB4FA7276E0}" destId="{2BDAB6B1-0870-46A1-ADAA-AB313690FCD7}" srcOrd="0" destOrd="0" parTransId="{ACC20DAC-F2DB-45F2-9BE2-B811B427EC28}" sibTransId="{E540EAFE-987D-4696-A6C3-0C40E9A041DE}"/>
    <dgm:cxn modelId="{3DB8A044-8E51-4BE0-A4D1-9236BE57CBEB}" srcId="{5E167AF4-6C7B-47D6-837A-9EB4FA7276E0}" destId="{D98B2209-44B8-403B-8E8E-733358213E5A}" srcOrd="2" destOrd="0" parTransId="{B4837028-927E-4B53-9BEC-C6D626A3FE6D}" sibTransId="{E92DC283-B060-4BCE-A0D9-AA73F5888663}"/>
    <dgm:cxn modelId="{629F455C-A319-4E2A-BFEC-FCE418D9003E}" srcId="{5E167AF4-6C7B-47D6-837A-9EB4FA7276E0}" destId="{3DC996C3-D6EE-43CA-BD77-C9B56EA7AADB}" srcOrd="3" destOrd="0" parTransId="{15BFE8CC-6187-4A56-B118-361D3495504F}" sibTransId="{FE153146-D8CB-4591-ABD0-DB5ADD7E5A0B}"/>
    <dgm:cxn modelId="{0480AA5C-77ED-6B4B-8B19-F67650AFE882}" type="presOf" srcId="{2BDAB6B1-0870-46A1-ADAA-AB313690FCD7}" destId="{D95A7441-5F94-DB41-B770-1722F0A7DD43}" srcOrd="0" destOrd="0" presId="urn:microsoft.com/office/officeart/2005/8/layout/vList2"/>
    <dgm:cxn modelId="{364F7A60-8397-B348-92CF-11EB008679E0}" type="presOf" srcId="{AEF32C92-9E37-4EBC-8E06-06DE7AD8C32D}" destId="{2D7A0D6D-9E9F-154A-B172-F39A39FA68EE}" srcOrd="0" destOrd="0" presId="urn:microsoft.com/office/officeart/2005/8/layout/vList2"/>
    <dgm:cxn modelId="{44682178-2B39-F243-BDC8-B605D93D317E}" type="presOf" srcId="{5E167AF4-6C7B-47D6-837A-9EB4FA7276E0}" destId="{755A67F5-AC70-C547-A71B-3EF21EEEB4C3}" srcOrd="0" destOrd="0" presId="urn:microsoft.com/office/officeart/2005/8/layout/vList2"/>
    <dgm:cxn modelId="{8FFC6D79-81A2-4C07-A9B1-30E9D9B09E31}" srcId="{5E167AF4-6C7B-47D6-837A-9EB4FA7276E0}" destId="{BCD6DDF7-B5F7-4AA1-8FE2-3640EF746CD4}" srcOrd="7" destOrd="0" parTransId="{4DD55DB2-D6D8-4E89-B769-F6D6D9E6419C}" sibTransId="{3A6248A7-F4EC-4A0B-B1FD-DC76B3B9A1A9}"/>
    <dgm:cxn modelId="{7A71A98E-3239-AF4E-9182-D9231B87CF05}" type="presOf" srcId="{D98B2209-44B8-403B-8E8E-733358213E5A}" destId="{55DD271D-8E61-4145-B1AE-F54A8F51272F}" srcOrd="0" destOrd="0" presId="urn:microsoft.com/office/officeart/2005/8/layout/vList2"/>
    <dgm:cxn modelId="{92CF54A3-E10F-45D4-816D-CE18FA4E5AFE}" srcId="{5E167AF4-6C7B-47D6-837A-9EB4FA7276E0}" destId="{0496F9E0-3084-469D-A25B-25D4132479D7}" srcOrd="5" destOrd="0" parTransId="{D7864F57-0E3A-4350-A780-55582A463576}" sibTransId="{3E70FE6F-BCA1-42C1-8988-9923618E289C}"/>
    <dgm:cxn modelId="{54F60FAF-3E8F-7E4D-8A2F-D82B14F059F0}" type="presOf" srcId="{DA022ED5-6E0C-4546-8829-224D36C2928F}" destId="{40D9D479-2070-154B-83B0-B4FF718098D2}" srcOrd="0" destOrd="0" presId="urn:microsoft.com/office/officeart/2005/8/layout/vList2"/>
    <dgm:cxn modelId="{6EFC1DBE-C7DE-E541-8C55-4CDD840B4461}" type="presOf" srcId="{BBB1624E-FF09-454B-885D-D7CF3418F0BB}" destId="{347F78FE-6067-0943-9D0E-9D72A125328E}" srcOrd="0" destOrd="0" presId="urn:microsoft.com/office/officeart/2005/8/layout/vList2"/>
    <dgm:cxn modelId="{06FDF1E7-D0FC-124A-9C4B-B9D9365F7A47}" type="presOf" srcId="{BCD6DDF7-B5F7-4AA1-8FE2-3640EF746CD4}" destId="{55BEAE04-689B-8948-A895-54CD901641DF}" srcOrd="0" destOrd="0" presId="urn:microsoft.com/office/officeart/2005/8/layout/vList2"/>
    <dgm:cxn modelId="{F39FE0EA-3AE8-44EB-9641-C5DC7EAAEE8D}" srcId="{5E167AF4-6C7B-47D6-837A-9EB4FA7276E0}" destId="{BBB1624E-FF09-454B-885D-D7CF3418F0BB}" srcOrd="6" destOrd="0" parTransId="{25345A86-34F3-43C2-BF7D-1CE2850F5992}" sibTransId="{7314529A-C4C8-4463-ABF8-CD349C33F125}"/>
    <dgm:cxn modelId="{A82916F0-FE7E-4B9E-85FB-B3FC307CCC7C}" srcId="{5E167AF4-6C7B-47D6-837A-9EB4FA7276E0}" destId="{DA022ED5-6E0C-4546-8829-224D36C2928F}" srcOrd="1" destOrd="0" parTransId="{10F07028-4080-4147-8B74-FACECB332FAE}" sibTransId="{6519C047-5E4B-4BB1-9C0E-56A23379131F}"/>
    <dgm:cxn modelId="{05DFFD1E-C33A-0341-A490-82F43CAEF2C8}" type="presParOf" srcId="{755A67F5-AC70-C547-A71B-3EF21EEEB4C3}" destId="{D95A7441-5F94-DB41-B770-1722F0A7DD43}" srcOrd="0" destOrd="0" presId="urn:microsoft.com/office/officeart/2005/8/layout/vList2"/>
    <dgm:cxn modelId="{EF22A018-0339-3643-B737-1A809428EA7B}" type="presParOf" srcId="{755A67F5-AC70-C547-A71B-3EF21EEEB4C3}" destId="{5BEB59D1-B8C7-C14A-B75E-79718D248B30}" srcOrd="1" destOrd="0" presId="urn:microsoft.com/office/officeart/2005/8/layout/vList2"/>
    <dgm:cxn modelId="{925E5CC4-F47F-BD4F-8548-5C181922F51B}" type="presParOf" srcId="{755A67F5-AC70-C547-A71B-3EF21EEEB4C3}" destId="{40D9D479-2070-154B-83B0-B4FF718098D2}" srcOrd="2" destOrd="0" presId="urn:microsoft.com/office/officeart/2005/8/layout/vList2"/>
    <dgm:cxn modelId="{14A18C37-82C7-534E-9E9F-AA948474B86A}" type="presParOf" srcId="{755A67F5-AC70-C547-A71B-3EF21EEEB4C3}" destId="{D0B0D705-9213-DC47-B067-0BE0DAF77F4C}" srcOrd="3" destOrd="0" presId="urn:microsoft.com/office/officeart/2005/8/layout/vList2"/>
    <dgm:cxn modelId="{630DEBDD-1571-1441-838F-A9333087E829}" type="presParOf" srcId="{755A67F5-AC70-C547-A71B-3EF21EEEB4C3}" destId="{55DD271D-8E61-4145-B1AE-F54A8F51272F}" srcOrd="4" destOrd="0" presId="urn:microsoft.com/office/officeart/2005/8/layout/vList2"/>
    <dgm:cxn modelId="{C9054E80-9090-D948-86C0-8EBD47D5236B}" type="presParOf" srcId="{755A67F5-AC70-C547-A71B-3EF21EEEB4C3}" destId="{C22584D8-19C4-F842-A60D-C6B07607004E}" srcOrd="5" destOrd="0" presId="urn:microsoft.com/office/officeart/2005/8/layout/vList2"/>
    <dgm:cxn modelId="{5DF1E771-EB12-8C47-841D-BE91651E47EE}" type="presParOf" srcId="{755A67F5-AC70-C547-A71B-3EF21EEEB4C3}" destId="{4F37F271-1A23-B947-846F-D8E2016EBC2D}" srcOrd="6" destOrd="0" presId="urn:microsoft.com/office/officeart/2005/8/layout/vList2"/>
    <dgm:cxn modelId="{4DD8574B-653F-3A49-A6FD-6ACC852DAB78}" type="presParOf" srcId="{755A67F5-AC70-C547-A71B-3EF21EEEB4C3}" destId="{1CA4EC90-C22F-6E49-9DDF-C496641D6084}" srcOrd="7" destOrd="0" presId="urn:microsoft.com/office/officeart/2005/8/layout/vList2"/>
    <dgm:cxn modelId="{1DE776CA-05CC-5844-AE0B-334EF152AF85}" type="presParOf" srcId="{755A67F5-AC70-C547-A71B-3EF21EEEB4C3}" destId="{2D7A0D6D-9E9F-154A-B172-F39A39FA68EE}" srcOrd="8" destOrd="0" presId="urn:microsoft.com/office/officeart/2005/8/layout/vList2"/>
    <dgm:cxn modelId="{19A3C4AD-B305-C74B-906B-13C898C113DF}" type="presParOf" srcId="{755A67F5-AC70-C547-A71B-3EF21EEEB4C3}" destId="{52114AF7-D118-3044-BD87-374C3704016B}" srcOrd="9" destOrd="0" presId="urn:microsoft.com/office/officeart/2005/8/layout/vList2"/>
    <dgm:cxn modelId="{B3B34B83-F9FD-F347-94E3-ED9335004F1C}" type="presParOf" srcId="{755A67F5-AC70-C547-A71B-3EF21EEEB4C3}" destId="{6C417895-230F-E044-914E-B39DBEE1141B}" srcOrd="10" destOrd="0" presId="urn:microsoft.com/office/officeart/2005/8/layout/vList2"/>
    <dgm:cxn modelId="{73D55E26-3729-BB4D-BD3F-D9CAB2CC2874}" type="presParOf" srcId="{755A67F5-AC70-C547-A71B-3EF21EEEB4C3}" destId="{B879BF74-F1E2-E946-91C7-F7F6B266E9F7}" srcOrd="11" destOrd="0" presId="urn:microsoft.com/office/officeart/2005/8/layout/vList2"/>
    <dgm:cxn modelId="{DCB4B5EC-7E84-5B4E-A8DD-7EDC326CB706}" type="presParOf" srcId="{755A67F5-AC70-C547-A71B-3EF21EEEB4C3}" destId="{347F78FE-6067-0943-9D0E-9D72A125328E}" srcOrd="12" destOrd="0" presId="urn:microsoft.com/office/officeart/2005/8/layout/vList2"/>
    <dgm:cxn modelId="{8F9485C4-8464-3741-9DAA-DA61E0415150}" type="presParOf" srcId="{755A67F5-AC70-C547-A71B-3EF21EEEB4C3}" destId="{C2E66640-6BD1-3442-83A5-7F1548126DF5}" srcOrd="13" destOrd="0" presId="urn:microsoft.com/office/officeart/2005/8/layout/vList2"/>
    <dgm:cxn modelId="{E49A80BC-8E69-B14F-BFD9-0AA73F78CF86}" type="presParOf" srcId="{755A67F5-AC70-C547-A71B-3EF21EEEB4C3}" destId="{55BEAE04-689B-8948-A895-54CD901641DF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5A7441-5F94-DB41-B770-1722F0A7DD43}">
      <dsp:nvSpPr>
        <dsp:cNvPr id="0" name=""/>
        <dsp:cNvSpPr/>
      </dsp:nvSpPr>
      <dsp:spPr>
        <a:xfrm>
          <a:off x="0" y="0"/>
          <a:ext cx="6798539" cy="5967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kern="1200"/>
            <a:t>Onion Architecture</a:t>
          </a:r>
          <a:r>
            <a:rPr lang="tr-TR" sz="1500" kern="1200"/>
            <a:t>:Layihə daxilində kodun ayrılması və modul strukturu təmin edir.</a:t>
          </a:r>
          <a:endParaRPr lang="en-US" sz="1500" kern="1200"/>
        </a:p>
      </dsp:txBody>
      <dsp:txXfrm>
        <a:off x="29128" y="29128"/>
        <a:ext cx="6740283" cy="538444"/>
      </dsp:txXfrm>
    </dsp:sp>
    <dsp:sp modelId="{40D9D479-2070-154B-83B0-B4FF718098D2}">
      <dsp:nvSpPr>
        <dsp:cNvPr id="0" name=""/>
        <dsp:cNvSpPr/>
      </dsp:nvSpPr>
      <dsp:spPr>
        <a:xfrm>
          <a:off x="0" y="727335"/>
          <a:ext cx="6798539" cy="596700"/>
        </a:xfrm>
        <a:prstGeom prst="round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Hər bir qat özünə xas məsuliyyətə sahibdir (Domain, Application, Infrastructure, Web).</a:t>
          </a:r>
          <a:endParaRPr lang="en-US" sz="1500" kern="1200"/>
        </a:p>
      </dsp:txBody>
      <dsp:txXfrm>
        <a:off x="29128" y="756463"/>
        <a:ext cx="6740283" cy="538444"/>
      </dsp:txXfrm>
    </dsp:sp>
    <dsp:sp modelId="{55DD271D-8E61-4145-B1AE-F54A8F51272F}">
      <dsp:nvSpPr>
        <dsp:cNvPr id="0" name=""/>
        <dsp:cNvSpPr/>
      </dsp:nvSpPr>
      <dsp:spPr>
        <a:xfrm>
          <a:off x="0" y="1367235"/>
          <a:ext cx="6798539" cy="596700"/>
        </a:xfrm>
        <a:prstGeom prst="roundRect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kern="1200"/>
            <a:t>ASP.NET Core 6</a:t>
          </a:r>
          <a:r>
            <a:rPr lang="tr-TR" sz="1500" kern="1200"/>
            <a:t>:Yüksək performans və təhlükəsizlik təmin edən müasir .NET framework.</a:t>
          </a:r>
          <a:endParaRPr lang="en-US" sz="1500" kern="1200"/>
        </a:p>
      </dsp:txBody>
      <dsp:txXfrm>
        <a:off x="29128" y="1396363"/>
        <a:ext cx="6740283" cy="538444"/>
      </dsp:txXfrm>
    </dsp:sp>
    <dsp:sp modelId="{4F37F271-1A23-B947-846F-D8E2016EBC2D}">
      <dsp:nvSpPr>
        <dsp:cNvPr id="0" name=""/>
        <dsp:cNvSpPr/>
      </dsp:nvSpPr>
      <dsp:spPr>
        <a:xfrm>
          <a:off x="0" y="2007135"/>
          <a:ext cx="6798539" cy="596700"/>
        </a:xfrm>
        <a:prstGeom prst="round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API və MVC-nin eyni vaxtda işlədilməsi.</a:t>
          </a:r>
          <a:endParaRPr lang="en-US" sz="1500" kern="1200"/>
        </a:p>
      </dsp:txBody>
      <dsp:txXfrm>
        <a:off x="29128" y="2036263"/>
        <a:ext cx="6740283" cy="538444"/>
      </dsp:txXfrm>
    </dsp:sp>
    <dsp:sp modelId="{2D7A0D6D-9E9F-154A-B172-F39A39FA68EE}">
      <dsp:nvSpPr>
        <dsp:cNvPr id="0" name=""/>
        <dsp:cNvSpPr/>
      </dsp:nvSpPr>
      <dsp:spPr>
        <a:xfrm>
          <a:off x="0" y="2647036"/>
          <a:ext cx="6798539" cy="596700"/>
        </a:xfrm>
        <a:prstGeom prst="roundRect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kern="1200"/>
            <a:t>SQL Server</a:t>
          </a:r>
          <a:r>
            <a:rPr lang="tr-TR" sz="1500" kern="1200"/>
            <a:t>:Verilənlər bazası üçün geniş yayılmış idarəetmə sistemi.</a:t>
          </a:r>
          <a:endParaRPr lang="en-US" sz="1500" kern="1200"/>
        </a:p>
      </dsp:txBody>
      <dsp:txXfrm>
        <a:off x="29128" y="2676164"/>
        <a:ext cx="6740283" cy="538444"/>
      </dsp:txXfrm>
    </dsp:sp>
    <dsp:sp modelId="{6C417895-230F-E044-914E-B39DBEE1141B}">
      <dsp:nvSpPr>
        <dsp:cNvPr id="0" name=""/>
        <dsp:cNvSpPr/>
      </dsp:nvSpPr>
      <dsp:spPr>
        <a:xfrm>
          <a:off x="0" y="3286936"/>
          <a:ext cx="6798539" cy="596700"/>
        </a:xfrm>
        <a:prstGeom prst="round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Məlumatların mühafizəsi və optimallaşdırılması.</a:t>
          </a:r>
          <a:endParaRPr lang="en-US" sz="1500" kern="1200"/>
        </a:p>
      </dsp:txBody>
      <dsp:txXfrm>
        <a:off x="29128" y="3316064"/>
        <a:ext cx="6740283" cy="538444"/>
      </dsp:txXfrm>
    </dsp:sp>
    <dsp:sp modelId="{347F78FE-6067-0943-9D0E-9D72A125328E}">
      <dsp:nvSpPr>
        <dsp:cNvPr id="0" name=""/>
        <dsp:cNvSpPr/>
      </dsp:nvSpPr>
      <dsp:spPr>
        <a:xfrm>
          <a:off x="0" y="3926836"/>
          <a:ext cx="6798539" cy="596700"/>
        </a:xfrm>
        <a:prstGeom prst="roundRect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kern="1200"/>
            <a:t>Docker</a:t>
          </a:r>
          <a:r>
            <a:rPr lang="tr-TR" sz="1500" kern="1200"/>
            <a:t>:Layihənin müxtəlif mühitlərdə işləməsini təmin edir.</a:t>
          </a:r>
          <a:endParaRPr lang="en-US" sz="1500" kern="1200"/>
        </a:p>
      </dsp:txBody>
      <dsp:txXfrm>
        <a:off x="29128" y="3955964"/>
        <a:ext cx="6740283" cy="538444"/>
      </dsp:txXfrm>
    </dsp:sp>
    <dsp:sp modelId="{55BEAE04-689B-8948-A895-54CD901641DF}">
      <dsp:nvSpPr>
        <dsp:cNvPr id="0" name=""/>
        <dsp:cNvSpPr/>
      </dsp:nvSpPr>
      <dsp:spPr>
        <a:xfrm>
          <a:off x="0" y="4566736"/>
          <a:ext cx="6798539" cy="59670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Konteynerləşdirmə ilə daha asan yerləşdirmə və miqyaslaşdırma.</a:t>
          </a:r>
          <a:endParaRPr lang="en-US" sz="1500" kern="1200"/>
        </a:p>
      </dsp:txBody>
      <dsp:txXfrm>
        <a:off x="29128" y="4595864"/>
        <a:ext cx="6740283" cy="538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32F112-A6B1-BBA3-41EB-E4F98DDCD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4754651-BB4E-FAB1-7143-A6B508078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tr-AZ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7618912-29CA-7B91-2C0B-C58EE02C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8913-487A-D04A-A2FE-3F9F3745652E}" type="datetimeFigureOut">
              <a:rPr lang="tr-AZ" smtClean="0"/>
              <a:t>06.02.25</a:t>
            </a:fld>
            <a:endParaRPr lang="tr-AZ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6466371-7347-EFD0-7420-1ADA2A8A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01FCE6F-C780-9EB9-9B6E-2540890A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63C0F-BFB0-114B-BD70-18F04012A2E8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3273797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B17A90A-28F6-58AA-71E5-21DB17DC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973F237-274E-8DE1-3371-82A4446A5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D96A1A3-8E93-40CB-3DAF-FE23A95D0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8913-487A-D04A-A2FE-3F9F3745652E}" type="datetimeFigureOut">
              <a:rPr lang="tr-AZ" smtClean="0"/>
              <a:t>06.02.25</a:t>
            </a:fld>
            <a:endParaRPr lang="tr-AZ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A13CB74-A1AF-7666-835F-D86373988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043EF95-6FEF-22E7-2798-D9499AC6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63C0F-BFB0-114B-BD70-18F04012A2E8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1251926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DC8759-8E7E-26B9-5BEB-E35AE825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901C611-65FE-9D05-9605-559A6C57B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0CEB878-801E-6568-E0E6-7F0ED3B75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8913-487A-D04A-A2FE-3F9F3745652E}" type="datetimeFigureOut">
              <a:rPr lang="tr-AZ" smtClean="0"/>
              <a:t>06.02.25</a:t>
            </a:fld>
            <a:endParaRPr lang="tr-AZ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A9BE58C-8DFF-1081-6E36-52A3B760F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8300862-F0A7-CD0C-221E-BB083120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63C0F-BFB0-114B-BD70-18F04012A2E8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32153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F0F0BD-AEAB-436A-98D5-693FE27B9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41A3FB8-67C4-495C-92BD-3FCFFAADE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727A539-94E7-2B56-99F1-923EB6C2C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452ED60-D6DE-07AA-5A7E-5284A348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8913-487A-D04A-A2FE-3F9F3745652E}" type="datetimeFigureOut">
              <a:rPr lang="tr-AZ" smtClean="0"/>
              <a:t>06.02.25</a:t>
            </a:fld>
            <a:endParaRPr lang="tr-AZ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E3E6F79-8E46-F4DF-2085-84C7BB81F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B083439-DA1A-A6F5-DE1B-12E265465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63C0F-BFB0-114B-BD70-18F04012A2E8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247762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F6D6475-D02E-81C6-28F8-EDEEB1E3F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8482EDB-C20A-4CBE-819B-CCE166748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F6A8EAE-0654-02E7-4248-2E76397C0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B748D7AA-EFE7-80CE-3CC3-EF29A8957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1D0D02B7-0376-C2AB-C603-4C8A079561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18D39EAA-96D3-AFEF-831C-7D903993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8913-487A-D04A-A2FE-3F9F3745652E}" type="datetimeFigureOut">
              <a:rPr lang="tr-AZ" smtClean="0"/>
              <a:t>06.02.25</a:t>
            </a:fld>
            <a:endParaRPr lang="tr-AZ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307DB0F-6529-97BA-3AF9-74DC4B3F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13DF35C4-8BAB-ECD6-EEFF-A0F2D089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63C0F-BFB0-114B-BD70-18F04012A2E8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50162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746BF2-2571-0D01-BF0D-1C5EC5B30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18BAC46A-F042-726A-27A7-74C829141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8913-487A-D04A-A2FE-3F9F3745652E}" type="datetimeFigureOut">
              <a:rPr lang="tr-AZ" smtClean="0"/>
              <a:t>06.02.25</a:t>
            </a:fld>
            <a:endParaRPr lang="tr-AZ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BA03DF5-B4FB-3381-0F32-CFE00C58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02B7B4F-C16E-5E26-3203-FE962F96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63C0F-BFB0-114B-BD70-18F04012A2E8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3624699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397A7D7-DBFB-5564-CEF1-BF54AA884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8913-487A-D04A-A2FE-3F9F3745652E}" type="datetimeFigureOut">
              <a:rPr lang="tr-AZ" smtClean="0"/>
              <a:t>06.02.25</a:t>
            </a:fld>
            <a:endParaRPr lang="tr-AZ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3E55469-F54A-33B6-A3B0-18867EFEE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D2273F8-4341-1B9C-FFB8-8ED120E06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63C0F-BFB0-114B-BD70-18F04012A2E8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3131735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DC32E16-4CE4-0CB1-5437-60AFF9938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0705A42-6D55-1DE3-BB40-DB3B2EDBF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E504624-BA81-DE4E-D875-F260620AB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C0B09D8-2401-33BE-7A86-D804E5213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8913-487A-D04A-A2FE-3F9F3745652E}" type="datetimeFigureOut">
              <a:rPr lang="tr-AZ" smtClean="0"/>
              <a:t>06.02.25</a:t>
            </a:fld>
            <a:endParaRPr lang="tr-AZ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3C6D6F8-46C0-9F5F-B294-4F019E19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5E865FD-F1F4-E97E-AB02-EC251E59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63C0F-BFB0-114B-BD70-18F04012A2E8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4028711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0AE3E0-7203-15F8-D330-A705CC72F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81E33A9-4B0A-9F88-1A29-D996954D7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AZ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3931DD7-0CBD-BAA0-9C66-1F3776E53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B2DF386-E3A6-236E-FFDE-9656E5D7F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8913-487A-D04A-A2FE-3F9F3745652E}" type="datetimeFigureOut">
              <a:rPr lang="tr-AZ" smtClean="0"/>
              <a:t>06.02.25</a:t>
            </a:fld>
            <a:endParaRPr lang="tr-AZ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B2177FA-E97E-9AA7-9858-FD1EDC862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EF4B388-D45F-D0EC-A602-3EC6E77AE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63C0F-BFB0-114B-BD70-18F04012A2E8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406780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AE717C0-D0B0-649D-43B8-A89F4208C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12A6A04-EA46-A46D-631A-A5870A154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77B0897-3E0A-7218-C003-CE639DDC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8913-487A-D04A-A2FE-3F9F3745652E}" type="datetimeFigureOut">
              <a:rPr lang="tr-AZ" smtClean="0"/>
              <a:t>06.02.25</a:t>
            </a:fld>
            <a:endParaRPr lang="tr-AZ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C95C2D1-CA4E-0A72-AE3B-4CD847F46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A457B36-89BC-25FD-933C-1458359B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63C0F-BFB0-114B-BD70-18F04012A2E8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3996503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A9968003-94C0-9237-49C0-A438458472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C58F9CF-ED2F-8C16-8AF9-B372D6C50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97D8266-FA2E-ED52-B36E-43C47CF9B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8913-487A-D04A-A2FE-3F9F3745652E}" type="datetimeFigureOut">
              <a:rPr lang="tr-AZ" smtClean="0"/>
              <a:t>06.02.25</a:t>
            </a:fld>
            <a:endParaRPr lang="tr-AZ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3A131A6-662E-CC17-D790-57B6DAD8A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58F745B-0C06-8871-9C86-F3CB89DC2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63C0F-BFB0-114B-BD70-18F04012A2E8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231773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BE25F8E0-B228-2430-C4FB-E7F446B4E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024262E-14E1-E195-3F94-C602C4865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A3E2FDD-D201-AD59-4456-F9C3D1CB5D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ED8913-487A-D04A-A2FE-3F9F3745652E}" type="datetimeFigureOut">
              <a:rPr lang="tr-AZ" smtClean="0"/>
              <a:t>06.02.25</a:t>
            </a:fld>
            <a:endParaRPr lang="tr-AZ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D06ED19-309E-C198-2DEB-2522A90F4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AZ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FD8BD7D-7729-2BBC-679A-81C1D8398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663C0F-BFB0-114B-BD70-18F04012A2E8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41602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A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9BDCF1CC-F8D0-CB06-E6B5-6DA533C51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4511" y="663398"/>
            <a:ext cx="11336482" cy="22875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Layihənin</a:t>
            </a:r>
            <a:r>
              <a:rPr lang="en-US" sz="3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adı</a:t>
            </a:r>
            <a:r>
              <a:rPr lang="en-US" sz="3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SteakIn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Restoran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Rezervasiya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Resim 4" descr="metin, ekran görüntüsü, tasarı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0D869A5D-D481-8513-1723-08B5E64E93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21" b="20849"/>
          <a:stretch/>
        </p:blipFill>
        <p:spPr>
          <a:xfrm>
            <a:off x="-9168" y="2763151"/>
            <a:ext cx="12201168" cy="4093262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8615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288A7AB-934F-9491-BC90-0107AED6D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2" y="-470708"/>
            <a:ext cx="6798541" cy="1675623"/>
          </a:xfrm>
        </p:spPr>
        <p:txBody>
          <a:bodyPr anchor="b">
            <a:normAutofit/>
          </a:bodyPr>
          <a:lstStyle/>
          <a:p>
            <a:r>
              <a:rPr lang="tr-TR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Texnologiyalar</a:t>
            </a:r>
            <a:r>
              <a:rPr lang="tr-TR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tr-TR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endParaRPr lang="tr-AZ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yeşil, büyük ölçek fotoğrafçılığı, doğa, çiy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76D5A445-AD4C-6461-0521-6DCC40FEF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36" r="30718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1704A141-490B-5B31-C8CB-D80996250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4008580"/>
              </p:ext>
            </p:extLst>
          </p:nvPr>
        </p:nvGraphicFramePr>
        <p:xfrm>
          <a:off x="4553734" y="1413164"/>
          <a:ext cx="6798539" cy="5250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0970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B3887B4-548E-6DC2-F5C8-F0F916E7B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tr-TR" sz="5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Rezervasiya Sistemi</a:t>
            </a:r>
            <a:endParaRPr lang="tr-AZ" sz="50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Resim 4" descr="metin, ekran görüntüsü, yazılım, web sites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3EC5216D-3D69-62E2-7665-8F2C9C636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3" y="18288"/>
            <a:ext cx="7647437" cy="4053140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7588F45-AC18-CBDB-7B0F-180D50BF7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807208"/>
            <a:ext cx="4973782" cy="4032504"/>
          </a:xfrm>
        </p:spPr>
        <p:txBody>
          <a:bodyPr anchor="t"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Əsas</a:t>
            </a:r>
            <a:r>
              <a:rPr lang="tr-T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:İstifadəçi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tarix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vaxt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şəxslərin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sayını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seçərək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masa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sifarişi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Sifarişin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təsdiqi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rədd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edilməsi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vasitəsilə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göndərilir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İstifadəçiyə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rezervasiya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təsdiqləndiyi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rədd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edildiyi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barədə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göndərilir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</a:t>
            </a:r>
            <a:r>
              <a:rPr lang="tr-TR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Panel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:Adminlər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rezervasiyaları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təsdiq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edə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rədd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edə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bilərlər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Rezervasiya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statusunu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izləmək</a:t>
            </a:r>
            <a:r>
              <a:rPr lang="tr-T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mümkündür.</a:t>
            </a:r>
          </a:p>
          <a:p>
            <a:pPr marL="0" indent="0">
              <a:buNone/>
            </a:pPr>
            <a:endParaRPr lang="tr-AZ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539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2EEDC14-E677-19AA-DFE7-39E901C1F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420" y="123565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sz="5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Menü </a:t>
            </a:r>
            <a:r>
              <a:rPr lang="tr-TR" sz="54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tr-TR" sz="5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Blog </a:t>
            </a:r>
            <a:r>
              <a:rPr lang="tr-TR" sz="54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Hissəsi</a:t>
            </a:r>
            <a:endParaRPr lang="tr-AZ" sz="5400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61F69C7-81EE-29D0-A279-F67127E81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6" y="2071315"/>
            <a:ext cx="7232312" cy="4548145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Menyu:Restoranın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məhsul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xidmətləri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istifadəçilərə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təqdim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olunur.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İstifadəçilər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məhsulları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kateqoriyalara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görə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axtara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görüntüləyə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bilərlər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məhsulun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təsviri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qiyməti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qeyd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edilir.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Blog:Restoranın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xəbərləri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məqalələri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blog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vasitəsilə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istifadəçilərlə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paylaşılır.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Adminlər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yeni yazılar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əlavə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edə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bilər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istifadəçilər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blog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məqalələrini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oxuya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bilərlər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Resim 4" descr="metin, ekran görüntüsü, web sites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10732226-CB53-6444-9FFC-926BE90A49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999" b="1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16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CC83409-A942-5386-D018-99732B9EB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tr-TR" sz="4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İletişim Forması </a:t>
            </a:r>
            <a:r>
              <a:rPr lang="tr-TR" sz="40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tr-TR" sz="4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Mesajlaşma</a:t>
            </a:r>
            <a:endParaRPr lang="tr-AZ" sz="4000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Resim 4" descr="metin, ekran görüntüsü, makbuz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EE9896F3-12FF-0D2F-BEF8-D54F4B4BA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58" b="2"/>
          <a:stretch/>
        </p:blipFill>
        <p:spPr>
          <a:xfrm>
            <a:off x="626850" y="2363488"/>
            <a:ext cx="6419325" cy="3945872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27822A8-8EED-E137-BCBB-90021E3F1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176" y="2276857"/>
            <a:ext cx="4868734" cy="434561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İletişim </a:t>
            </a:r>
            <a:r>
              <a:rPr lang="tr-TR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Forması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:İstifadəçilər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restoranla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əlaqə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saxlamaq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üçün formu doldurur.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vasitəsilə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göndərilən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mesajlar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adminlərə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bildirilir.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tr-TR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poçt</a:t>
            </a:r>
            <a:r>
              <a:rPr lang="tr-T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Göndərmə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:Rezervasiya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təsdiq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və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rədd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edildikdə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istifadəçiyə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e-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poçt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göndərilir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Adminlərə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hər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yeni mesaj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barədə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bildiriş </a:t>
            </a:r>
            <a:r>
              <a:rPr lang="tr-TR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göndərilir</a:t>
            </a:r>
            <a:r>
              <a:rPr lang="tr-TR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tr-AZ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060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254</Words>
  <Application>Microsoft Macintosh PowerPoint</Application>
  <PresentationFormat>Geniş ekran</PresentationFormat>
  <Paragraphs>27</Paragraphs>
  <Slides>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Teması</vt:lpstr>
      <vt:lpstr>PowerPoint Sunusu</vt:lpstr>
      <vt:lpstr>Texnologiyalar və Arxitektura</vt:lpstr>
      <vt:lpstr>Rezervasiya Sistemi</vt:lpstr>
      <vt:lpstr>Menü və Blog Hissəsi</vt:lpstr>
      <vt:lpstr>İletişim Forması və Mesajlaşma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Ağa Əsgərov</dc:creator>
  <cp:lastModifiedBy>Ağa Əsgərov</cp:lastModifiedBy>
  <cp:revision>1</cp:revision>
  <dcterms:created xsi:type="dcterms:W3CDTF">2025-02-05T23:10:59Z</dcterms:created>
  <dcterms:modified xsi:type="dcterms:W3CDTF">2025-02-05T23:22:53Z</dcterms:modified>
</cp:coreProperties>
</file>